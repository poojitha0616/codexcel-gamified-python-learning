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CodeXcel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Gamified Python Learning Environment</a:t>
            </a:r>
          </a:p>
          <a:p>
            <a:r>
              <a:t>Level Up Your Coding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Challenge:</a:t>
            </a:r>
          </a:p>
          <a:p>
            <a:pPr/>
            <a:r>
              <a:t>- Learning to code can be dry and intimidating.</a:t>
            </a:r>
          </a:p>
          <a:p>
            <a:pPr/>
            <a:r>
              <a:t>- Traditional tutorials lack immediate feedback.</a:t>
            </a:r>
          </a:p>
          <a:p>
            <a:pPr/>
            <a:r>
              <a:t>- High dropout rates due to low engagement.</a:t>
            </a:r>
          </a:p>
          <a:p>
            <a:pPr/>
          </a:p>
          <a:p>
            <a:pPr/>
            <a:r>
              <a:t>The Need:</a:t>
            </a:r>
          </a:p>
          <a:p>
            <a:pPr/>
            <a:r>
              <a:t>- An interactive platform that makes learning fun.</a:t>
            </a:r>
          </a:p>
          <a:p>
            <a:pPr/>
            <a:r>
              <a:t>- Instant gratification through rewards.</a:t>
            </a:r>
          </a:p>
          <a:p>
            <a:pPr/>
            <a:r>
              <a:t>- Competitive elements to drive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CodeXcel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CodeXcel?</a:t>
            </a:r>
          </a:p>
          <a:p>
            <a:pPr/>
            <a:r>
              <a:t>- A comprehensive web-based Python learning platform.</a:t>
            </a:r>
          </a:p>
          <a:p>
            <a:pPr/>
            <a:r>
              <a:t>- Combines coding challenges with game mechanics.</a:t>
            </a:r>
          </a:p>
          <a:p>
            <a:pPr/>
            <a:r>
              <a:t>- Provides a 'Play to Learn' experience.</a:t>
            </a:r>
          </a:p>
          <a:p>
            <a:pPr/>
          </a:p>
          <a:p>
            <a:pPr/>
            <a:r>
              <a:t>Core Value Proposition:</a:t>
            </a:r>
          </a:p>
          <a:p>
            <a:pPr/>
            <a:r>
              <a:t>- Learn: Structured modules and hands-on coding.</a:t>
            </a:r>
          </a:p>
          <a:p>
            <a:pPr/>
            <a:r>
              <a:t>- Compete: Global leaderboards and rankings.</a:t>
            </a:r>
          </a:p>
          <a:p>
            <a:pPr/>
            <a:r>
              <a:t>- Achieve: Earn XP, badges, and unlock themes.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Gamification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Engaging the User:</a:t>
            </a:r>
          </a:p>
          <a:p>
            <a:pPr/>
            <a:r>
              <a:t>- XP System: +50 XP per successful challenge.</a:t>
            </a:r>
          </a:p>
          <a:p>
            <a:pPr/>
            <a:r>
              <a:t>- Leveling Up: Progressive difficulty tiers.</a:t>
            </a:r>
          </a:p>
          <a:p>
            <a:pPr/>
            <a:r>
              <a:t>- Badges: Visual achievements (e.g., 'Problem Solver').</a:t>
            </a:r>
          </a:p>
          <a:p>
            <a:pPr/>
            <a:r>
              <a:t>- Visual Feedback: Particle bursts, confetti, animations.</a:t>
            </a:r>
          </a:p>
          <a:p>
            <a:pPr/>
          </a:p>
          <a:p>
            <a:pPr/>
            <a:r>
              <a:t>(Visuals: Dashboard XP bar, Level Up modal)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Learning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Coding:</a:t>
            </a:r>
          </a:p>
          <a:p>
            <a:pPr/>
            <a:r>
              <a:t>- Real-time Code Editor: Python syntax highlighting.</a:t>
            </a:r>
          </a:p>
          <a:p>
            <a:pPr/>
            <a:r>
              <a:t>- Instant Feedback: Run code and see output immediately.</a:t>
            </a:r>
          </a:p>
          <a:p>
            <a:pPr/>
            <a:r>
              <a:t>- Judge0 Integration: Robust, safe code execution.</a:t>
            </a:r>
          </a:p>
          <a:p>
            <a:pPr/>
            <a:r>
              <a:t>- Structured Modules: Basics to Advanced topics.</a:t>
            </a:r>
          </a:p>
          <a:p>
            <a:pPr/>
          </a:p>
          <a:p>
            <a:pPr/>
            <a:r>
              <a:t>(Visuals: Challenge Interface, Code Editor)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Customization &amp; Social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Personalization:</a:t>
            </a:r>
          </a:p>
          <a:p>
            <a:pPr/>
            <a:r>
              <a:t>- Themes: Unlockable UI themes (Dark Neon, Cyber Grid).</a:t>
            </a:r>
          </a:p>
          <a:p>
            <a:pPr/>
            <a:r>
              <a:t>- Avatars: Unlockable avatar styles.</a:t>
            </a:r>
          </a:p>
          <a:p>
            <a:pPr/>
          </a:p>
          <a:p>
            <a:pPr/>
            <a:r>
              <a:t>Social Competition:</a:t>
            </a:r>
          </a:p>
          <a:p>
            <a:pPr/>
            <a:r>
              <a:t>- Leaderboard: Real-time ranking based on XP.</a:t>
            </a:r>
          </a:p>
          <a:p>
            <a:pPr/>
            <a:r>
              <a:t>- Profile: Showcase stats and earned badges.</a:t>
            </a:r>
          </a:p>
          <a:p>
            <a:pPr/>
          </a:p>
          <a:p>
            <a:pPr/>
            <a:r>
              <a:t>(Visuals: Customization page, Leaderboard)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Stack:</a:t>
            </a:r>
          </a:p>
          <a:p>
            <a:pPr/>
            <a:r>
              <a:t>- Frontend: HTML5, CSS3, Bootstrap 5, Jinja2.</a:t>
            </a:r>
          </a:p>
          <a:p>
            <a:pPr/>
            <a:r>
              <a:t>- Backend: Python Flask (v2.3.3).</a:t>
            </a:r>
          </a:p>
          <a:p>
            <a:pPr/>
            <a:r>
              <a:t>- Database: MongoDB (NoSQL).</a:t>
            </a:r>
          </a:p>
          <a:p>
            <a:pPr/>
            <a:r>
              <a:t>- Execution: Judge0 API (via RapidAPI).</a:t>
            </a:r>
          </a:p>
          <a:p>
            <a:pPr/>
          </a:p>
          <a:p>
            <a:pPr/>
            <a:r>
              <a:t>Data Flow:</a:t>
            </a:r>
          </a:p>
          <a:p>
            <a:pPr/>
            <a:r>
              <a:t>User Code -&gt; Flask -&gt; Judge0 -&gt; Flask -&gt; MongoDB -&gt; UI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(MongoDB)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Collections:</a:t>
            </a:r>
          </a:p>
          <a:p>
            <a:pPr/>
            <a:r>
              <a:t>- Users: Profile, auth, XP, level, badges.</a:t>
            </a:r>
          </a:p>
          <a:p>
            <a:pPr/>
            <a:r>
              <a:t>- Modules: Challenge groupings.</a:t>
            </a:r>
          </a:p>
          <a:p>
            <a:pPr/>
            <a:r>
              <a:t>- Challenges: Problem, input/output, rewards.</a:t>
            </a:r>
          </a:p>
          <a:p>
            <a:pPr/>
            <a:r>
              <a:t>- Submissions: User attempt history.</a:t>
            </a:r>
          </a:p>
          <a:p>
            <a:pPr/>
          </a:p>
          <a:p>
            <a:pPr/>
            <a:r>
              <a:t>Why MongoDB?</a:t>
            </a:r>
          </a:p>
          <a:p>
            <a:pPr/>
            <a:r>
              <a:t>- Flexible schema for evolving gamification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Portal:</a:t>
            </a:r>
          </a:p>
          <a:p>
            <a:pPr/>
            <a:r>
              <a:t>- Dashboard: Overview of system stats.</a:t>
            </a:r>
          </a:p>
          <a:p>
            <a:pPr/>
            <a:r>
              <a:t>- Content Management: CRUD for coding challenges.</a:t>
            </a:r>
          </a:p>
          <a:p>
            <a:pPr/>
            <a:r>
              <a:t>- User Oversight: Monitor progress.</a:t>
            </a:r>
          </a:p>
          <a:p>
            <a:pPr/>
          </a:p>
          <a:p>
            <a:pPr/>
            <a:r>
              <a:t>(Visuals: Admin Panel)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What's Next?</a:t>
            </a:r>
          </a:p>
          <a:p>
            <a:pPr/>
            <a:r>
              <a:t>- Multi-language Support (JS, C++, Java).</a:t>
            </a:r>
          </a:p>
          <a:p>
            <a:pPr/>
            <a:r>
              <a:t>- Social Features (Comments, Friends).</a:t>
            </a:r>
          </a:p>
          <a:p>
            <a:pPr/>
            <a:r>
              <a:t>- Advanced Gamification (Streaks, Boss Battles).</a:t>
            </a:r>
          </a:p>
          <a:p>
            <a:pPr/>
            <a:r>
              <a:t>- Mobile App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pPr/>
            <a:r>
              <a:t>- Bridges the gap between education and entertainment.</a:t>
            </a:r>
          </a:p>
          <a:p>
            <a:pPr/>
            <a:r>
              <a:t>- Robust, scalable, modern platform.</a:t>
            </a:r>
          </a:p>
          <a:p>
            <a:pPr/>
            <a:r>
              <a:t>- Ready for deployment.</a:t>
            </a:r>
          </a:p>
          <a:p>
            <a:pPr/>
          </a:p>
          <a:p>
            <a:pPr/>
            <a:r>
              <a:t>Thank You!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